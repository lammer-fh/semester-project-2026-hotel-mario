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Boutique Hotel Technikum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E80C8"/>
                </a:solidFill>
              </a:rPr>
              <a:t>A full-stack hotel booking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7A99"/>
                </a:solidFill>
              </a:rPr>
              <a:t>Group AE  ·  Semester Project 2026  ·  MSE25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023360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0233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Ionic Vue 7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4023360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40233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Spring Boot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4023360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40233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MySQL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4023360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40233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Clean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4023360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40233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Pinia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4023360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0233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Testcontainers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</a:rPr>
              <a:t>15-min presentation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E80C8"/>
                </a:solidFill>
              </a:rPr>
              <a:t>Walk the user journey end-to-end  (~5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356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1  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356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Home screen — hotel overview, slideshow, CTA button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76272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2  Room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Filter by date range (two-step date picker), price, available-only toggle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89504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620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3  Pagination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620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Step through pages — server-side, 5 rooms per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02736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753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4  Book a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57530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Select available room → form with validation → review screen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315968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8853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5 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2885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Show confirmation card: booking ID, room image, hotel details, print to A4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29200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017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6  Error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0017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Attempt to book an already-taken room → 409 'Room no longer available'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E80C8"/>
                </a:solidFill>
              </a:rPr>
              <a:t>Clean Architecture Scaffolding from API Spec  ·  ~5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What we gave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Our ER diagram (ROOM, EXTRA, BOOKING, ROOM_EXTRA)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The OpenAPI spec we wrote (endpoints, DTOs, pagination shape)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Architecture decision: component packages, v1 versioning, interface/impl split, Lombok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80C8"/>
                </a:solidFill>
              </a:rPr>
              <a:t>What AI generated (one pass)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Entities, JPA repositories, service interfaces + impls, mappers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@EmailsMatch and @CheckOutAfterCheckIn as proper class-level constraint annotations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GlobalExceptionHandler returning structured {status, message, errors[]}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13 E2E tests (Testcontainers + MockMvc) covering overlap, 409, pagination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D04"/>
                </a:solidFill>
              </a:rPr>
              <a:t>What we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Minor corrections only — one wrong Spring Boot 4 import, one overly broad exception catch.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630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Example: cross-field constraint annotation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585216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011680"/>
            <a:ext cx="557784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DD6F4"/>
                </a:solidFill>
                <a:latin typeface="Courier New"/>
              </a:rPr>
              <a:t>@EmailsMatch                           // class-level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@CheckOutAfterCheckIn                  // class-level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@Data @Builder @NoArgsConstructor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public class BookingRequestDto {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@NotBlank @Email  String email;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@NotBlank         String emailConfirmation;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@FutureOrPresent  LocalDate checkIn;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                LocalDate checkOut;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// ...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}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// Validator generated correctly first attempt: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public class EmailsMatchValidator implements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ConstraintValidator&lt;EmailsMatch, BookingRequestDto&gt; {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public boolean isValid(BookingRequestDto dto, ...) {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  return dto.getEmail().equals(dto.getEmailConfirmation());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  }</a:t>
            </a:r>
          </a:p>
          <a:p>
            <a:r>
              <a:rPr sz="1100">
                <a:solidFill>
                  <a:srgbClr val="CDD6F4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60807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D04"/>
                </a:solidFill>
              </a:rPr>
              <a:t>Human decision: we defined the architecture and validation rules — AI filled in the boilerplate correctly.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Surprised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E80C8"/>
                </a:solidFill>
              </a:rPr>
              <a:t>One thing easier than expected · one thing it got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502920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✓  Easier than expected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80C8"/>
                </a:solidFill>
              </a:rPr>
              <a:t>Full-stack scaffolding from architecture doc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 handed AI our ER diagram and API spec. It generated the entire clean-architecture backend skeleton — entities, repos, services, mappers, DTOs, controllers — in one pass. Only minor corrections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80C8"/>
                </a:solidFill>
              </a:rPr>
              <a:t>Cross-field validation annotations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@EmailsMatch and @CheckOutAfterCheckIn as proper class-level constraint annotations with validator classes — correct on the first attempt. Would have taken us 30 min to research and write manually.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80C8"/>
                </a:solidFill>
              </a:rPr>
              <a:t>Test coverage from specs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1947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Given endpoint descriptions, AI wrote 13 meaningful E2E tests (Testcontainers + MockMvc) including overlap checks and 409 conflict cases we hadn't thought of.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5394960" cy="5029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✗  Where it led us astray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Fake pagination (peer review catch)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5915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AI generated fetchRooms() hardcoded to getRooms(0, 20) — all rooms, no real pages. Pagination buttons existed but were cosmetic. Only caught during peer review. Root cause: we didn't specify 'real server-side pagination' explicitly.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Wrong TypeScript fix loops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3931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DatetimeHighlightStyle type error: AI tried adding border: 'none' (wrong property) instead of removing the return type annotation. Took two prompts to converge because we didn't explain the union type constraint upfront.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5D04"/>
                </a:solidFill>
              </a:rPr>
              <a:t>imageUrl 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1947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Backend DataSeeder used filename-based paths (/images/rooms/standard.jpg) but the actual public files are numbered (/images/rooms/1.jpg). AI never caught this — we found it visually. Lesson: AI can't verify runtime asset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E80C8"/>
                </a:solidFill>
              </a:rPr>
              <a:t>Clean Architecture · Atomic Design · Pinia stores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Backend — Spring Boot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config/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20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HotelConfig, DataSeeder, WebConfig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04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common/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042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GlobalExceptionHandler, PageResult,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883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components/rooms/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883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api/v1 → service → repository →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components/bookings/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07238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api/v1 → service → repository →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564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  api/dtos/v1/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564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RoomDto, BookingRequestDto, BookingConfirmationDto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  api/mapper/v1/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8404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RoomMapper, BookingMapper (interface + impl)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  service/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2452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RoomService, RoomAvailabilityService (interface + impl)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085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  repository/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6085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JPA: RoomRepository, RoomAvailabilityRepository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Frontend — Ionic Vue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920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views/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19202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RoomSelectionView, BookingView, BookingReviewView, BookingDetailsView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395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components/atoms/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39572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ExtraChip, AvailabilityBadge, DetailRow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8712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components/molecules/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871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RoomCard, BookingForm, DatePickerModal, ImageSlider, SharedHeader/Footer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346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components/organisms/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3467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RoomList, FilterBar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8221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stores/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8221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useRoomStore (rooms, pagination), useFilterStore (dates, price), useBookingStore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97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services/api.ts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2976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Typed DTOs, getRooms(), checkAvailability(), bookRoom()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773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80C8"/>
                </a:solidFill>
              </a:rPr>
              <a:t>router/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7731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Vue Router — /home, /room, /booking/:id, /booking/details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E80C8"/>
                </a:solidFill>
              </a:rPr>
              <a:t>One question per team — AI usage, architecture, things that went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54864" cy="29260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48386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How did you decide what to verify vs. just accept from AI?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95928"/>
            <a:ext cx="54864" cy="29260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593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What would you prompt differently next time?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71416"/>
            <a:ext cx="54864" cy="29260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Where did clean architecture boundaries actually help you?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46904"/>
            <a:ext cx="54864" cy="29260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10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99"/>
                </a:solidFill>
              </a:rPr>
              <a:t>Did AI-generated tests catch real bugs?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A99"/>
                </a:solidFill>
              </a:rPr>
              <a:t>Group AE  ·  Michael Auß  ·  Boutique Hotel Technikum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Peer Review 2 — Feedback &amp;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E80C8"/>
                </a:solidFill>
              </a:rPr>
              <a:t>Component complexity · code duplication · atomic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What the reviewer flagged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Duplicated template logic across views (same label/value rows repeated by hand)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Duplicated slideshow code in home.vue and about.vue (~80 lines each)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▸ No consistent reuse of existing atoms (ExtraChip used in RoomCard but not in confirmation 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80C8"/>
                </a:solidFill>
              </a:rPr>
              <a:t>What we changed (with AI)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86784"/>
            <a:ext cx="54864" cy="274320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80C8"/>
                </a:solidFill>
              </a:rPr>
              <a:t>atoms/DetailRow.vue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31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New atom: &lt;strong&gt;Label:&lt;/strong&gt; Value row — replaced 16 ion-item blocks
across BookingDetailsView + BookingReviewView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72584"/>
            <a:ext cx="54864" cy="274320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80C8"/>
                </a:solidFill>
              </a:rPr>
              <a:t>molecules/ImageSlider.vue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617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New molecule: reusable slideshow — removed ~160 lines of duplicated
script + template from home.vue and about.vue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58384"/>
            <a:ext cx="54864" cy="274320"/>
          </a:xfrm>
          <a:prstGeom prst="rect">
            <a:avLst/>
          </a:prstGeom>
          <a:solidFill>
            <a:srgbClr val="3E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80C8"/>
                </a:solidFill>
              </a:rPr>
              <a:t>ExtraChip (extended)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303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Applied existing atom in BookingDetailsView to match
RoomCard — consistent chip rendering throughout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Atomic Design structure (after)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202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80C8"/>
                </a:solidFill>
              </a:rPr>
              <a:t>atoms/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9202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ExtraChip  ·  AvailabilityBadge  ·  DetailRow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225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80C8"/>
                </a:solidFill>
              </a:rPr>
              <a:t>molecules/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32257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RoomCard  ·  BookingForm  ·  DatePickerModal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7249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ImageSlider  ·  SharedHeader  ·  SharedFooter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27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80C8"/>
                </a:solidFill>
              </a:rPr>
              <a:t>organisms/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1272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RoomList  ·  FilterBar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74903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D04"/>
                </a:solidFill>
              </a:rPr>
              <a:t>What we scoped out (not actioned)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160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HotelConfig → HotelDto cross-layer dep. — non-functional, deferred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▸ FilterBar untyped props — low priority, no TypeScript errors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6B7A99"/>
                </a:solidFill>
              </a:rPr>
              <a:t>Human decision: scoped to high-impact duplications only — explicit choice not to over-refactor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